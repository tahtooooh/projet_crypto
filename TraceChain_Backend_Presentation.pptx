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TraceChain —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3C5FD"/>
                </a:solidFill>
              </a:defRPr>
            </a:pPr>
            <a:r>
              <a:t>Application de Traçabilité de Produits sur la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600">
                <a:solidFill>
                  <a:srgbClr val="BFDBFE"/>
                </a:solidFill>
              </a:defRPr>
            </a:pPr>
            <a:r>
              <a:t>Taha Hajji - Groupe 2</a:t>
            </a:r>
          </a:p>
          <a:p>
            <a:pPr>
              <a:spcAft>
                <a:spcPts val="1040"/>
              </a:spcAft>
              <a:defRPr sz="1600">
                <a:solidFill>
                  <a:srgbClr val="BFDBFE"/>
                </a:solidFill>
              </a:defRPr>
            </a:pPr>
            <a:r>
              <a:t>Architecture Backend - Node.js / Express / Ethers.js / Hardhat</a:t>
            </a:r>
          </a:p>
          <a:p>
            <a:pPr>
              <a:spcAft>
                <a:spcPts val="1040"/>
              </a:spcAft>
              <a:defRPr sz="1600">
                <a:solidFill>
                  <a:srgbClr val="BFDBFE"/>
                </a:solidFill>
              </a:defRPr>
            </a:pPr>
          </a:p>
          <a:p>
            <a:pPr>
              <a:spcAft>
                <a:spcPts val="1040"/>
              </a:spcAft>
              <a:defRPr sz="1600">
                <a:solidFill>
                  <a:srgbClr val="BFDBFE"/>
                </a:solidFill>
              </a:defRPr>
            </a:pPr>
            <a:r>
              <a:t>Déploiement : Réseau Ethereum Sepolia (Testnet)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Comment les composants interagissent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            FRONTEND (HTML/CSS/JS)        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       Pages: Admin / Producteur / Transporteur / Client / Scan QR  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└──────────────────┬───────────────────────────────┘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                   │  Appels HTTP (fetch) sans MetaMask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                   ▼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         BACKEND (Node.js + Express)       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Port 3000 - Routes API + Service Blockchain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4 Signers (Admin, Producteur, Transporteur, Client)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└──────────────────┬───────────────────────────────┘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                   │  Transactions signées côté serveur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                   ▼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        SMART CONTRACT (Solidity 0.8.24)   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│              Réseau : Ethereum Sepolia             │</a:t>
            </a:r>
          </a:p>
          <a:p>
            <a:pPr>
              <a:spcAft>
                <a:spcPts val="910"/>
              </a:spcAft>
              <a:defRPr sz="1400">
                <a:solidFill>
                  <a:srgbClr val="FFFFFF"/>
                </a:solidFill>
              </a:defRPr>
            </a:pPr>
            <a:r>
              <a:t>└──────────────────────────────────────────────────┘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Stack technique du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Runtime &amp; Serveur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Node.js  —  Environnement d'exécution JavaScript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Express  —  Framework HTTP (serveur REST)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Blockchain &amp; Web3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Ethers.js v6  —  Librairie pour interagir avec Ethereum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Hardhat  —  Compilation et déploiement du smart contract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Infura (Sepolia)  —  RPC Provider pour le réseau testnet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Middlewares &amp; Outils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cors  —  Gestion du Cross-Origin Resource Sharing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morgan  —  Logger HTTP (débogage)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dotenv  —  Chargement des variables d'environnement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qrcode (npm)  —  Génération de QR Codes en SVG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Langage Smart Contract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Solidity 0.8.24  —  Contrat intelligent Ethereum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Structure du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Organisation des fichiers dans backend/src/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backend/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└── src/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├── index.js              ← Point d'entrée, configuration Express, routes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├── config.js             ← Provider, 4 Signers (wallets), getContract()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├── services/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│   └── blockchain.js     ← Toutes les interactions avec le contrat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└── routes/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    ├── admin.js          ← POST /deploy, POST /role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    ├── products.js       ← CRUD produits + recherche par référence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    ├── ventes.js         ← Création vente, transport, confirmation, résolution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    ├── history.js        ← Historique produit et vente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     └── qrcode.js         ← Génération de QR Code SVG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artifacts/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└── contract.json             ← ABI + adresse déployée du contrat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Configuration : config.js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Chargement des variables d'environnement et création des signers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Le fichier config.js est le point de départ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1. Charge le fichier .env avec dotenv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2. Crée un provider JsonRPC via Infura (RPC_URL)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3. Crée 4 signers (wallets)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adminSigner       ← ADMIN_KEY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producteurSigner  ← PRODUCEUR_KEY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transporteurSigner ← TRANSPORTEUR_KEY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clientSigner      ← CLIENT_KEY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4. Fonction getContract(signer)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Lit l'ABI et l'adresse du contrat depuis contract.json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Retourne un ethers.Contract lié au signer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Service Blockchain : blockchain.js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Toutes les fonctions qui interagissent avec le 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Chaque fonction utilise le signer approprié pour le rôle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Admin (adminSigner)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addProducteur(address)  →  addTransporteur(address)  →  addClient(address)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Producteur (producteurSigner)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ajouterProduit(ref, nom, origine, stock)  →  retourne { txHash, productId }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miseAJourProduction(id, etape)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finaliserProduit(id)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vendreProduit(productId, client, adresse, qte)  →  retourne { txHash, venteId }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assignerTransporteur(vid, transporteur)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solvePb(vid, resolution, note)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Transporteur (transporteurSigner)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miseAJourTransport(vid, etape, evenement, note)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Client (clientSigner)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confirmerLivraison(vid)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API REST —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Toutes les routes exposées par le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Admin        POST  /api/admin/deploy     — Déploiement du contrat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POST  /api/admin/role        — Assigner un rôle (Producteur/Transporteur/Client)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Produits     POST  /api/products          — Ajouter un produit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PUT   /api/products/:id/production  — Mise à jour production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PUT   /api/products/:id/finalize    — Finaliser le produit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GET   /api/products/:id       — Consulter un produit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GET   /api/products/ref/:ref  — Rechercher par référence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Ventes       POST  /api/ventes            — Créer une vente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PUT   /api/ventes/:vid/transport/assign  — Assigner transporteur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PUT   /api/ventes/:vid/transport         — Mise à jour transport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PUT   /api/ventes/:vid/confirm          — Confirmer livraison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POST  /api/ventes/:vid/resolve          — Résoudre un problème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GET   /api/ventes/:id        — Consulter une vente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Historique   GET   /api/history/product/:id  — Historique d'un produit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          GET   /api/history/vente/:id     — Historique d'une vente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QR Code      GET   /api/qrcode/:ref      — Générer QR Code SVG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Pourquoi 4 Signers (Wallets)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Gestion des rôles sans MetaMask dans le navigateur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Le smart contract stocke UN SEUL rôle par adresse (enum Role dans Solidity).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Solution : 4 wallets distincts, chacun avec UN rôle spécifique.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│ Wallet Admin      (0x0009...)  →  Rôle: Admin (4)    │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│ Wallet Producteur (0x55e4...)  →  Rôle: Producteur (1)│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│ Wallet Transporteur(0x8E66...) →  Rôle: Transporteur(2)│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│ Wallet Client     (0x3fa6...)  →  Rôle: Client (3)    │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Avantages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Le frontend n'a PAS besoin de MetaMask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Les transactions sont signées côté serveur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Chaque appel API utilise le signer correspondant au rôle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Sécurité : les clés privées restent dans le .env (jamais exposées)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Déploiement du Smart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Via Hardhat sur le réseau Sepolia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Le script scripts/deploy.js utilise Hardhat pour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1. Compiler le contrat Solidity (TraceChain.sol)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viaIR: true (évite 'Stack too deep')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Optimiseur activé (200 runs)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2. Déployer sur Sepolia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$ npm run deploy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→ npx hardhat run scripts/deploy.js --network sepolia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3. Sauvegarder l'ABI + l'adresse dans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backend/artifacts/contract.json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4. Le fichier contract.json est lu par config.js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pour instancier le ethers.Contract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Workflow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Parcours complet de la création à la 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1. Admin  →  Déploie le contrat + Assigne les rôles (Producteur/Transporteur/Client)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2. Producteur  →  Ajoute un produit (ref, nom, origine, stock)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               →  QR Code généré automatiquement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               →  Met à jour la production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               →  Finalise le produit (stockDisponible activé)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3. Producteur  →  Crée une vente (client + quantité + adresse)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               →  Assigne un transporteur à la vente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4. Transporteur  →  Départ → En cours → Arrivé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                   (avec détection: Retard / Anomalie / Incident)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5. Client  →  Confirme la livraison</a:t>
            </a: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FFFFFF"/>
                </a:solidFill>
              </a:defRPr>
            </a:pPr>
            <a:r>
              <a:t>6. Scan QR  →  Affiche tout l'historique du produit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Variables d'Environnement (.env)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Fichier sensible, jamais commité (dans .gitignore)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RPC_URL=https://sepolia.infura.io/v3/VOTRE_CLE_INFURA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ADMIN_KEY=0xVOTRE_CLE_PRIVEE_ADMIN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PRODUCEUR_KEY=0xVOTRE_CLE_PRIVEE_PRODUCTEUR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TRANSPORTEUR_KEY=0xVOTRE_CLE_PRIVEE_TRANSPORTEUR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CLIENT_KEY=0xVOTRE_CLE_PRIVEE_CLIENT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CONTRACT_ADDRESS=0x...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ADMIN_ADDRESS=0x...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Le fichier .env.example contient des placeholders sécurisés</a:t>
            </a:r>
          </a:p>
          <a:p>
            <a:pPr>
              <a:spcAft>
                <a:spcPts val="489"/>
              </a:spcAft>
              <a:defRPr sz="1400">
                <a:solidFill>
                  <a:srgbClr val="FFFFFF"/>
                </a:solidFill>
              </a:defRPr>
            </a:pPr>
            <a:r>
              <a:t>pour que les collaborateurs sachent quelles variables définir.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Point d'Entrée : index.js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Configuration du serveur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1. BigInt.prototype.toJSON — Séralisation des BigInt pour JSON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(évite l'erreur 'Do not know how to serialize a BigInt')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2. Middlewares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cors()       ← Autorise les requêtes cross-origin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express.json() ← Parse le body JSON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- morgan('dev') ← Log HTTP dans la console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3. Fichiers statiques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express.static('frontend/')  ← Sert le frontend directement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4. Routes enregistrées sous /api/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admin, products, ventes, history, qrcode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5. Port d'écoute : 3000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Génération de QR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Route /api/qrcode/:ref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Technologie : package npm 'qrcode'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Fonctionnement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GET /api/qrcode/REF-001  →  Retourne un SVG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Le QR code encode un URL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 http://localhost:3000/?scan=REF-001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Le frontend détecte le paramètre ?scan= dans l'URL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et affiche automatiquement le produit et son historique.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Avantages du SVG :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Pas de dépendance à une API externe (Google Charts)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Pas de problème de mixed-content HTTP/HTTPS</a:t>
            </a:r>
          </a:p>
          <a:p>
            <a:pPr>
              <a:spcAft>
                <a:spcPts val="525"/>
              </a:spcAft>
              <a:defRPr sz="1500">
                <a:solidFill>
                  <a:srgbClr val="FFFFFF"/>
                </a:solidFill>
              </a:defRPr>
            </a:pPr>
            <a:r>
              <a:t>  • Téléchargeable en PNG via canvas côté frontend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Smart Contract — TraceChain.sol (Solidity 0.8.24)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Logique métier décentralisée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Structs principales :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Product  — id, ref, nom, origine, stocks (produit/réservé/expédié), statut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Vente    — id, client, transporteur, étapes, événements, résolution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HistoriqueGlobal — source, étape, note, acteur, timestamp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Enums :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Role  : Aucun, Producteur, Transporteur, Client, Admin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StatutProduit : EnProduction, EnStock, EnTransport, Livre, NonRecu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EtapeTransport : PasCommence, Depart, EnCours, Arrive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EvenementLogistique : Aucun, Retard, Anomalie, Incident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   ResolutionType : Aucune, Remise, Remboursement, Remplacement, Annulation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Modifiers : onlyAdmin, onlyProducteur, onlyTransporteur, onlyClient</a:t>
            </a: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325"/>
              </a:spcAft>
              <a:defRPr sz="1300">
                <a:solidFill>
                  <a:srgbClr val="FFFFFF"/>
                </a:solidFill>
              </a:defRPr>
            </a:pPr>
            <a:r>
              <a:t>Événements (events) pour le suivi on-chain des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Déploiements sur Sepolia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3C5FD"/>
                </a:solidFill>
              </a:defRPr>
            </a:pPr>
            <a:r>
              <a:t>Adresses des contrats déployés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1er déploiement (initial)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0x7a23Fc84e434522B8D1C90207D1f56dC8afb449F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2e déploiement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0x4ea83166d57220492F8ABa380eD0424766738BFc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(par les membres du groupe frontend)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3e déploiement (actuel)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0xbb7dfd5c6E4E897461B578A9b6d20DEb94CB05Fd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Wallets :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Admin      : 0x000936910B51e299A2e77C6983675A4bbc3628Be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Producteur : 0x55e4eB237Bf38EED6A843e283253EC19B187C9c6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Transporteur: 0x8E66245FE39ae7469B0a5F06305a832b2e1fC070</a:t>
            </a:r>
          </a:p>
          <a:p>
            <a:pPr>
              <a:spcAft>
                <a:spcPts val="420"/>
              </a:spcAft>
              <a:defRPr sz="1400">
                <a:solidFill>
                  <a:srgbClr val="FFFFFF"/>
                </a:solidFill>
              </a:defRPr>
            </a:pPr>
            <a:r>
              <a:t>   Client     : 0x3fa663fD8C19C9211A1392Bb06978Faadae4C1D7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